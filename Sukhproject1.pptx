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5" r:id="rId5"/>
    <p:sldId id="259" r:id="rId6"/>
    <p:sldId id="260" r:id="rId7"/>
    <p:sldId id="266" r:id="rId8"/>
    <p:sldId id="262"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p:scale>
          <a:sx n="75" d="100"/>
          <a:sy n="75" d="100"/>
        </p:scale>
        <p:origin x="1128"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4002224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3443171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3721178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D4C96-F294-4258-B0A1-5997E123A7D7}"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939350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D4C96-F294-4258-B0A1-5997E123A7D7}" type="datetimeFigureOut">
              <a:rPr lang="en-IN" smtClean="0"/>
              <a:t>16-04-2026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91853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D4C96-F294-4258-B0A1-5997E123A7D7}" type="datetimeFigureOut">
              <a:rPr lang="en-IN" smtClean="0"/>
              <a:t>16-04-2026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1472488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D4C96-F294-4258-B0A1-5997E123A7D7}" type="datetimeFigureOut">
              <a:rPr lang="en-IN" smtClean="0"/>
              <a:t>16-04-2026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1750389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3D4C96-F294-4258-B0A1-5997E123A7D7}"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2114429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3D4C96-F294-4258-B0A1-5997E123A7D7}" type="datetimeFigureOut">
              <a:rPr lang="en-IN" smtClean="0"/>
              <a:t>16-04-2026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2829646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4193625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18758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4033514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419605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2992277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4160062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D4C96-F294-4258-B0A1-5997E123A7D7}" type="datetimeFigureOut">
              <a:rPr lang="en-IN" smtClean="0"/>
              <a:t>16-04-2026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D609D0-3BF2-478D-B433-5FDDC7B70D93}" type="slidenum">
              <a:rPr lang="en-IN" smtClean="0"/>
              <a:t>‹#›</a:t>
            </a:fld>
            <a:endParaRPr lang="en-IN"/>
          </a:p>
        </p:txBody>
      </p:sp>
    </p:spTree>
    <p:extLst>
      <p:ext uri="{BB962C8B-B14F-4D97-AF65-F5344CB8AC3E}">
        <p14:creationId xmlns:p14="http://schemas.microsoft.com/office/powerpoint/2010/main" val="513993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D3D4C96-F294-4258-B0A1-5997E123A7D7}" type="datetimeFigureOut">
              <a:rPr lang="en-IN" smtClean="0"/>
              <a:t>16-04-2026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7D609D0-3BF2-478D-B433-5FDDC7B70D93}" type="slidenum">
              <a:rPr lang="en-IN" smtClean="0"/>
              <a:t>‹#›</a:t>
            </a:fld>
            <a:endParaRPr lang="en-IN"/>
          </a:p>
        </p:txBody>
      </p:sp>
    </p:spTree>
    <p:extLst>
      <p:ext uri="{BB962C8B-B14F-4D97-AF65-F5344CB8AC3E}">
        <p14:creationId xmlns:p14="http://schemas.microsoft.com/office/powerpoint/2010/main" val="18703984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6AF038-775A-BEBB-9888-BF15B4444ABD}"/>
              </a:ext>
            </a:extLst>
          </p:cNvPr>
          <p:cNvSpPr txBox="1"/>
          <p:nvPr/>
        </p:nvSpPr>
        <p:spPr>
          <a:xfrm>
            <a:off x="2409825" y="657225"/>
            <a:ext cx="8820149" cy="1077218"/>
          </a:xfrm>
          <a:prstGeom prst="rect">
            <a:avLst/>
          </a:prstGeom>
          <a:noFill/>
        </p:spPr>
        <p:txBody>
          <a:bodyPr wrap="square" rtlCol="0">
            <a:spAutoFit/>
          </a:bodyPr>
          <a:lstStyle/>
          <a:p>
            <a:r>
              <a:rPr lang="en-US" sz="3200" b="1" dirty="0"/>
              <a:t>MOVIE RECOMMENDATION SYSTEM USING MACHINE LEARNING</a:t>
            </a:r>
            <a:endParaRPr lang="en-IN" sz="3200" b="1" dirty="0"/>
          </a:p>
        </p:txBody>
      </p:sp>
      <p:sp>
        <p:nvSpPr>
          <p:cNvPr id="5" name="TextBox 4">
            <a:extLst>
              <a:ext uri="{FF2B5EF4-FFF2-40B4-BE49-F238E27FC236}">
                <a16:creationId xmlns:a16="http://schemas.microsoft.com/office/drawing/2014/main" id="{D1AC6627-90E0-4CC0-A6A0-6D61F9EB4D82}"/>
              </a:ext>
            </a:extLst>
          </p:cNvPr>
          <p:cNvSpPr txBox="1"/>
          <p:nvPr/>
        </p:nvSpPr>
        <p:spPr>
          <a:xfrm>
            <a:off x="1238250" y="2419350"/>
            <a:ext cx="5781675" cy="2123658"/>
          </a:xfrm>
          <a:prstGeom prst="rect">
            <a:avLst/>
          </a:prstGeom>
          <a:noFill/>
        </p:spPr>
        <p:txBody>
          <a:bodyPr wrap="square" rtlCol="0">
            <a:spAutoFit/>
          </a:bodyPr>
          <a:lstStyle/>
          <a:p>
            <a:endParaRPr lang="en-US" dirty="0"/>
          </a:p>
          <a:p>
            <a:endParaRPr lang="en-US" dirty="0"/>
          </a:p>
          <a:p>
            <a:r>
              <a:rPr lang="en-US" sz="2400" b="1" dirty="0"/>
              <a:t>PROJECT BY- </a:t>
            </a:r>
            <a:r>
              <a:rPr lang="en-US" sz="2400" dirty="0" err="1"/>
              <a:t>Sukhmaninder</a:t>
            </a:r>
            <a:r>
              <a:rPr lang="en-US" sz="2400" dirty="0"/>
              <a:t> Singh</a:t>
            </a:r>
          </a:p>
          <a:p>
            <a:r>
              <a:rPr lang="en-US" sz="2400" b="1" dirty="0"/>
              <a:t>ROLL NO. </a:t>
            </a:r>
            <a:r>
              <a:rPr lang="en-US" sz="2400" b="1"/>
              <a:t>– </a:t>
            </a:r>
            <a:r>
              <a:rPr lang="en-US" sz="2400"/>
              <a:t>27</a:t>
            </a:r>
            <a:endParaRPr lang="en-US" sz="2400" b="1" dirty="0"/>
          </a:p>
          <a:p>
            <a:r>
              <a:rPr lang="en-US" sz="2400" b="1" dirty="0"/>
              <a:t>INDUSTRIAL TRAINING – </a:t>
            </a:r>
            <a:r>
              <a:rPr lang="en-US" sz="2400" dirty="0"/>
              <a:t>Artificial Intelligence and Machine Learning</a:t>
            </a:r>
            <a:endParaRPr lang="en-IN" sz="2400" dirty="0"/>
          </a:p>
        </p:txBody>
      </p:sp>
    </p:spTree>
    <p:extLst>
      <p:ext uri="{BB962C8B-B14F-4D97-AF65-F5344CB8AC3E}">
        <p14:creationId xmlns:p14="http://schemas.microsoft.com/office/powerpoint/2010/main" val="3292256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B0BC17-0B03-6504-B672-0099062B4DB9}"/>
              </a:ext>
            </a:extLst>
          </p:cNvPr>
          <p:cNvSpPr txBox="1"/>
          <p:nvPr/>
        </p:nvSpPr>
        <p:spPr>
          <a:xfrm>
            <a:off x="6248400" y="638175"/>
            <a:ext cx="5286375" cy="461665"/>
          </a:xfrm>
          <a:prstGeom prst="rect">
            <a:avLst/>
          </a:prstGeom>
          <a:noFill/>
        </p:spPr>
        <p:txBody>
          <a:bodyPr wrap="square" rtlCol="0">
            <a:spAutoFit/>
          </a:bodyPr>
          <a:lstStyle/>
          <a:p>
            <a:r>
              <a:rPr lang="en-US" sz="2400" b="1" dirty="0"/>
              <a:t>         INTRODUCTION</a:t>
            </a:r>
            <a:endParaRPr lang="en-IN" sz="2400" b="1" dirty="0"/>
          </a:p>
        </p:txBody>
      </p:sp>
      <p:sp>
        <p:nvSpPr>
          <p:cNvPr id="3" name="TextBox 2">
            <a:extLst>
              <a:ext uri="{FF2B5EF4-FFF2-40B4-BE49-F238E27FC236}">
                <a16:creationId xmlns:a16="http://schemas.microsoft.com/office/drawing/2014/main" id="{4525579C-9DDE-15BA-738D-58D1CF1F3337}"/>
              </a:ext>
            </a:extLst>
          </p:cNvPr>
          <p:cNvSpPr txBox="1"/>
          <p:nvPr/>
        </p:nvSpPr>
        <p:spPr>
          <a:xfrm>
            <a:off x="4705350" y="1571624"/>
            <a:ext cx="7181850" cy="3139321"/>
          </a:xfrm>
          <a:prstGeom prst="rect">
            <a:avLst/>
          </a:prstGeom>
          <a:noFill/>
        </p:spPr>
        <p:txBody>
          <a:bodyPr wrap="square" rtlCol="0">
            <a:spAutoFit/>
          </a:bodyPr>
          <a:lstStyle/>
          <a:p>
            <a:pPr algn="just"/>
            <a:r>
              <a:rPr lang="en-US" dirty="0"/>
              <a:t>A Movie Recommendation System is an intelligent application designed to suggest movies to users based on their interests, preferences, and past behavior. By utilizing machine learning algorithms, such systems analyze large volumes of data to generate personalized recommendations. This project focuses on developing a movie recommendation system that leverages machine learning techniques to recommend relevant movies efficiently. The proposed system analyzes user ratings, movie features, and interaction history to identify patterns and predict user preferences. The project demonstrates the real-world application of machine learning concepts such as data preprocessing, similarity computation, and predictive modeling.</a:t>
            </a:r>
            <a:endParaRPr lang="en-IN" dirty="0"/>
          </a:p>
        </p:txBody>
      </p:sp>
    </p:spTree>
    <p:extLst>
      <p:ext uri="{BB962C8B-B14F-4D97-AF65-F5344CB8AC3E}">
        <p14:creationId xmlns:p14="http://schemas.microsoft.com/office/powerpoint/2010/main" val="768227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6C37AF-D621-65C9-BCB1-4627EF19AD19}"/>
              </a:ext>
            </a:extLst>
          </p:cNvPr>
          <p:cNvSpPr txBox="1"/>
          <p:nvPr/>
        </p:nvSpPr>
        <p:spPr>
          <a:xfrm>
            <a:off x="5638800" y="504825"/>
            <a:ext cx="4914900" cy="1200329"/>
          </a:xfrm>
          <a:prstGeom prst="rect">
            <a:avLst/>
          </a:prstGeom>
          <a:noFill/>
        </p:spPr>
        <p:txBody>
          <a:bodyPr wrap="square" rtlCol="0">
            <a:spAutoFit/>
          </a:bodyPr>
          <a:lstStyle/>
          <a:p>
            <a:endParaRPr lang="en-US" b="1" dirty="0"/>
          </a:p>
          <a:p>
            <a:endParaRPr lang="en-US" b="1" dirty="0"/>
          </a:p>
          <a:p>
            <a:endParaRPr lang="en-US" b="1" dirty="0"/>
          </a:p>
          <a:p>
            <a:r>
              <a:rPr lang="en-US" b="1" dirty="0"/>
              <a:t>PROBLEM STATEMENT</a:t>
            </a:r>
            <a:endParaRPr lang="en-IN" b="1" dirty="0"/>
          </a:p>
        </p:txBody>
      </p:sp>
      <p:sp>
        <p:nvSpPr>
          <p:cNvPr id="3" name="TextBox 2">
            <a:extLst>
              <a:ext uri="{FF2B5EF4-FFF2-40B4-BE49-F238E27FC236}">
                <a16:creationId xmlns:a16="http://schemas.microsoft.com/office/drawing/2014/main" id="{6271F5B9-45DD-5122-966F-083A56FE9596}"/>
              </a:ext>
            </a:extLst>
          </p:cNvPr>
          <p:cNvSpPr txBox="1"/>
          <p:nvPr/>
        </p:nvSpPr>
        <p:spPr>
          <a:xfrm>
            <a:off x="3295650" y="1133475"/>
            <a:ext cx="7953375" cy="4247317"/>
          </a:xfrm>
          <a:prstGeom prst="rect">
            <a:avLst/>
          </a:prstGeom>
          <a:noFill/>
        </p:spPr>
        <p:txBody>
          <a:bodyPr wrap="square" rtlCol="0">
            <a:spAutoFit/>
          </a:bodyPr>
          <a:lstStyle/>
          <a:p>
            <a:endParaRPr lang="en-US" b="1" dirty="0"/>
          </a:p>
          <a:p>
            <a:endParaRPr lang="en-US" b="1" dirty="0"/>
          </a:p>
          <a:p>
            <a:r>
              <a:rPr lang="en-US" b="1" dirty="0"/>
              <a:t>Traditional movie recommendation systems suffer from the following limitations: </a:t>
            </a:r>
            <a:endParaRPr lang="en-US" dirty="0"/>
          </a:p>
          <a:p>
            <a:r>
              <a:rPr lang="en-US" dirty="0"/>
              <a:t>1. The increasing number of movies available on online platforms has led to the problem of information overload. </a:t>
            </a:r>
          </a:p>
          <a:p>
            <a:r>
              <a:rPr lang="en-US" dirty="0"/>
              <a:t>2. Traditional browsing and search methods are insufficient to provide personalized recommendations.</a:t>
            </a:r>
          </a:p>
          <a:p>
            <a:endParaRPr lang="en-US" dirty="0"/>
          </a:p>
          <a:p>
            <a:endParaRPr lang="en-US" dirty="0"/>
          </a:p>
          <a:p>
            <a:r>
              <a:rPr lang="en-US" b="1" dirty="0"/>
              <a:t>                                            PROBLEM DEFINITION</a:t>
            </a:r>
          </a:p>
          <a:p>
            <a:r>
              <a:rPr lang="en-US" dirty="0"/>
              <a:t>1. The problem addressed in this project is the lack of an intelligent and personalized movie recommendation system that can automatically adapt to user preferences                                                </a:t>
            </a:r>
          </a:p>
          <a:p>
            <a:r>
              <a:rPr lang="en-US" dirty="0"/>
              <a:t>2. There is a need for a system that can analyze user behavior and recommend movies accurately using machine learning techniques.</a:t>
            </a:r>
            <a:endParaRPr lang="en-IN" dirty="0"/>
          </a:p>
        </p:txBody>
      </p:sp>
    </p:spTree>
    <p:extLst>
      <p:ext uri="{BB962C8B-B14F-4D97-AF65-F5344CB8AC3E}">
        <p14:creationId xmlns:p14="http://schemas.microsoft.com/office/powerpoint/2010/main" val="2192302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FC0428-33BD-E4BC-5354-6227EE16845A}"/>
              </a:ext>
            </a:extLst>
          </p:cNvPr>
          <p:cNvSpPr txBox="1"/>
          <p:nvPr/>
        </p:nvSpPr>
        <p:spPr>
          <a:xfrm>
            <a:off x="6867144" y="1170432"/>
            <a:ext cx="4846320" cy="461665"/>
          </a:xfrm>
          <a:prstGeom prst="rect">
            <a:avLst/>
          </a:prstGeom>
          <a:noFill/>
        </p:spPr>
        <p:txBody>
          <a:bodyPr wrap="square" rtlCol="0">
            <a:spAutoFit/>
          </a:bodyPr>
          <a:lstStyle/>
          <a:p>
            <a:r>
              <a:rPr lang="en-IN" sz="2400" b="1" dirty="0"/>
              <a:t>TECHNOLOGIES</a:t>
            </a:r>
            <a:r>
              <a:rPr lang="en-IN" b="1" dirty="0"/>
              <a:t> </a:t>
            </a:r>
            <a:r>
              <a:rPr lang="en-IN" sz="2400" b="1" dirty="0"/>
              <a:t>USED</a:t>
            </a:r>
            <a:endParaRPr lang="en-IN" dirty="0"/>
          </a:p>
        </p:txBody>
      </p:sp>
      <p:sp>
        <p:nvSpPr>
          <p:cNvPr id="3" name="TextBox 2">
            <a:extLst>
              <a:ext uri="{FF2B5EF4-FFF2-40B4-BE49-F238E27FC236}">
                <a16:creationId xmlns:a16="http://schemas.microsoft.com/office/drawing/2014/main" id="{EED53AE7-4F2B-BDCB-52F9-6578809B57C3}"/>
              </a:ext>
            </a:extLst>
          </p:cNvPr>
          <p:cNvSpPr txBox="1"/>
          <p:nvPr/>
        </p:nvSpPr>
        <p:spPr>
          <a:xfrm>
            <a:off x="4727448" y="2313432"/>
            <a:ext cx="6473952" cy="1754326"/>
          </a:xfrm>
          <a:prstGeom prst="rect">
            <a:avLst/>
          </a:prstGeom>
          <a:noFill/>
        </p:spPr>
        <p:txBody>
          <a:bodyPr wrap="square" rtlCol="0">
            <a:spAutoFit/>
          </a:bodyPr>
          <a:lstStyle/>
          <a:p>
            <a:pPr marL="342900" indent="-342900">
              <a:buFont typeface="+mj-lt"/>
              <a:buAutoNum type="arabicPeriod"/>
            </a:pPr>
            <a:r>
              <a:rPr lang="en-IN" b="1" dirty="0"/>
              <a:t>Python - </a:t>
            </a:r>
            <a:r>
              <a:rPr lang="en-IN" dirty="0"/>
              <a:t>Programming Language </a:t>
            </a:r>
          </a:p>
          <a:p>
            <a:pPr marL="342900" indent="-342900">
              <a:buFont typeface="+mj-lt"/>
              <a:buAutoNum type="arabicPeriod"/>
            </a:pPr>
            <a:r>
              <a:rPr lang="en-US" b="1" dirty="0"/>
              <a:t>TensorFlow / </a:t>
            </a:r>
            <a:r>
              <a:rPr lang="en-US" b="1" dirty="0" err="1"/>
              <a:t>Keras</a:t>
            </a:r>
            <a:r>
              <a:rPr lang="en-US" dirty="0"/>
              <a:t> – Deep learning model training</a:t>
            </a:r>
          </a:p>
          <a:p>
            <a:pPr marL="342900" indent="-342900">
              <a:buFont typeface="+mj-lt"/>
              <a:buAutoNum type="arabicPeriod"/>
            </a:pPr>
            <a:r>
              <a:rPr lang="en-IN" b="1" dirty="0"/>
              <a:t>NumPy &amp; Pandas</a:t>
            </a:r>
            <a:r>
              <a:rPr lang="en-IN" dirty="0"/>
              <a:t> – Data handling and preprocessing</a:t>
            </a:r>
          </a:p>
          <a:p>
            <a:pPr marL="342900" indent="-342900">
              <a:buFont typeface="+mj-lt"/>
              <a:buAutoNum type="arabicPeriod"/>
            </a:pPr>
            <a:r>
              <a:rPr lang="en-IN" b="1" dirty="0"/>
              <a:t>Front end – </a:t>
            </a:r>
            <a:r>
              <a:rPr lang="en-IN" dirty="0"/>
              <a:t>HTML,CSS and Java Script</a:t>
            </a:r>
          </a:p>
          <a:p>
            <a:pPr marL="342900" indent="-342900">
              <a:buFont typeface="+mj-lt"/>
              <a:buAutoNum type="arabicPeriod"/>
            </a:pPr>
            <a:r>
              <a:rPr lang="en-IN" b="1" dirty="0"/>
              <a:t>API – </a:t>
            </a:r>
            <a:r>
              <a:rPr lang="en-IN" dirty="0"/>
              <a:t>Spotify API and YouTube API  </a:t>
            </a:r>
          </a:p>
          <a:p>
            <a:endParaRPr lang="en-IN" dirty="0"/>
          </a:p>
        </p:txBody>
      </p:sp>
    </p:spTree>
    <p:extLst>
      <p:ext uri="{BB962C8B-B14F-4D97-AF65-F5344CB8AC3E}">
        <p14:creationId xmlns:p14="http://schemas.microsoft.com/office/powerpoint/2010/main" val="4063762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2223B7-E0B8-D185-F326-7AC675D9C57B}"/>
              </a:ext>
            </a:extLst>
          </p:cNvPr>
          <p:cNvSpPr txBox="1"/>
          <p:nvPr/>
        </p:nvSpPr>
        <p:spPr>
          <a:xfrm>
            <a:off x="5514975" y="945118"/>
            <a:ext cx="3867150" cy="830997"/>
          </a:xfrm>
          <a:prstGeom prst="rect">
            <a:avLst/>
          </a:prstGeom>
          <a:noFill/>
        </p:spPr>
        <p:txBody>
          <a:bodyPr wrap="square" rtlCol="0">
            <a:spAutoFit/>
          </a:bodyPr>
          <a:lstStyle/>
          <a:p>
            <a:endParaRPr lang="en-US" sz="2400" b="1" dirty="0"/>
          </a:p>
          <a:p>
            <a:r>
              <a:rPr lang="en-US" sz="2400" b="1" dirty="0"/>
              <a:t>OBJECTIVES</a:t>
            </a:r>
            <a:endParaRPr lang="en-IN" sz="2400" b="1" dirty="0"/>
          </a:p>
        </p:txBody>
      </p:sp>
      <p:sp>
        <p:nvSpPr>
          <p:cNvPr id="3" name="TextBox 2">
            <a:extLst>
              <a:ext uri="{FF2B5EF4-FFF2-40B4-BE49-F238E27FC236}">
                <a16:creationId xmlns:a16="http://schemas.microsoft.com/office/drawing/2014/main" id="{FB8974FD-47A7-A756-3CB7-42E05FD0C005}"/>
              </a:ext>
            </a:extLst>
          </p:cNvPr>
          <p:cNvSpPr txBox="1"/>
          <p:nvPr/>
        </p:nvSpPr>
        <p:spPr>
          <a:xfrm>
            <a:off x="3810000" y="1314450"/>
            <a:ext cx="8096250" cy="2585323"/>
          </a:xfrm>
          <a:prstGeom prst="rect">
            <a:avLst/>
          </a:prstGeom>
          <a:noFill/>
        </p:spPr>
        <p:txBody>
          <a:bodyPr wrap="square" rtlCol="0">
            <a:spAutoFit/>
          </a:bodyPr>
          <a:lstStyle/>
          <a:p>
            <a:pPr algn="just"/>
            <a:endParaRPr lang="en-US" b="1" dirty="0"/>
          </a:p>
          <a:p>
            <a:pPr algn="just"/>
            <a:endParaRPr lang="en-US" b="1" dirty="0"/>
          </a:p>
          <a:p>
            <a:pPr algn="just"/>
            <a:r>
              <a:rPr lang="en-US" b="1" dirty="0"/>
              <a:t>The primary objectives of the project are:</a:t>
            </a:r>
          </a:p>
          <a:p>
            <a:pPr algn="just"/>
            <a:r>
              <a:rPr lang="en-US" dirty="0"/>
              <a:t>1.To design and develop a movie recommendation system using machine learning.</a:t>
            </a:r>
          </a:p>
          <a:p>
            <a:pPr algn="just"/>
            <a:r>
              <a:rPr lang="en-US" dirty="0"/>
              <a:t>2.To analyze user preferences based on ratings and viewing history. </a:t>
            </a:r>
          </a:p>
          <a:p>
            <a:pPr algn="just"/>
            <a:r>
              <a:rPr lang="en-US" dirty="0"/>
              <a:t>3.To implement collaborative filtering and content-based filtering techniques.</a:t>
            </a:r>
          </a:p>
          <a:p>
            <a:pPr algn="just"/>
            <a:r>
              <a:rPr lang="en-US" dirty="0"/>
              <a:t>4.To improve the accuracy and relevance of movie recommendations.</a:t>
            </a:r>
          </a:p>
          <a:p>
            <a:pPr algn="just"/>
            <a:r>
              <a:rPr lang="en-US" dirty="0"/>
              <a:t>5.To reduce the time and effort required for users to select movies.</a:t>
            </a:r>
          </a:p>
          <a:p>
            <a:pPr algn="just"/>
            <a:r>
              <a:rPr lang="en-US" dirty="0"/>
              <a:t>6.To build a scalable and efficient recommendation system.</a:t>
            </a:r>
            <a:endParaRPr lang="en-IN" dirty="0"/>
          </a:p>
        </p:txBody>
      </p:sp>
    </p:spTree>
    <p:extLst>
      <p:ext uri="{BB962C8B-B14F-4D97-AF65-F5344CB8AC3E}">
        <p14:creationId xmlns:p14="http://schemas.microsoft.com/office/powerpoint/2010/main" val="2116776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6B23B5-E380-28D3-262A-C512D247ACC2}"/>
              </a:ext>
            </a:extLst>
          </p:cNvPr>
          <p:cNvSpPr txBox="1"/>
          <p:nvPr/>
        </p:nvSpPr>
        <p:spPr>
          <a:xfrm>
            <a:off x="5076825" y="485775"/>
            <a:ext cx="5476875" cy="1200329"/>
          </a:xfrm>
          <a:prstGeom prst="rect">
            <a:avLst/>
          </a:prstGeom>
          <a:noFill/>
        </p:spPr>
        <p:txBody>
          <a:bodyPr wrap="square" rtlCol="0">
            <a:spAutoFit/>
          </a:bodyPr>
          <a:lstStyle/>
          <a:p>
            <a:endParaRPr lang="en-US" sz="2400" b="1" dirty="0"/>
          </a:p>
          <a:p>
            <a:endParaRPr lang="en-US" sz="2400" b="1" dirty="0"/>
          </a:p>
          <a:p>
            <a:r>
              <a:rPr lang="en-US" sz="2400" b="1" dirty="0"/>
              <a:t>METHODOLOGY</a:t>
            </a:r>
            <a:endParaRPr lang="en-IN" sz="2400" b="1" dirty="0"/>
          </a:p>
        </p:txBody>
      </p:sp>
      <p:sp>
        <p:nvSpPr>
          <p:cNvPr id="3" name="TextBox 2">
            <a:extLst>
              <a:ext uri="{FF2B5EF4-FFF2-40B4-BE49-F238E27FC236}">
                <a16:creationId xmlns:a16="http://schemas.microsoft.com/office/drawing/2014/main" id="{F2134652-ECA7-4155-5FCA-0E7092C6CB1E}"/>
              </a:ext>
            </a:extLst>
          </p:cNvPr>
          <p:cNvSpPr txBox="1"/>
          <p:nvPr/>
        </p:nvSpPr>
        <p:spPr>
          <a:xfrm>
            <a:off x="2324100" y="1543050"/>
            <a:ext cx="9867900" cy="2031325"/>
          </a:xfrm>
          <a:prstGeom prst="rect">
            <a:avLst/>
          </a:prstGeom>
          <a:noFill/>
        </p:spPr>
        <p:txBody>
          <a:bodyPr wrap="square" rtlCol="0">
            <a:spAutoFit/>
          </a:bodyPr>
          <a:lstStyle/>
          <a:p>
            <a:endParaRPr lang="en-US" b="1" dirty="0"/>
          </a:p>
          <a:p>
            <a:endParaRPr lang="en-US" b="1" dirty="0"/>
          </a:p>
          <a:p>
            <a:r>
              <a:rPr lang="en-US" b="1" dirty="0"/>
              <a:t>The project follows the steps below:</a:t>
            </a:r>
          </a:p>
          <a:p>
            <a:pPr marL="342900" indent="-342900">
              <a:buAutoNum type="arabicPeriod"/>
            </a:pPr>
            <a:r>
              <a:rPr lang="en-US" b="1" dirty="0"/>
              <a:t>DATA COLLECTION </a:t>
            </a:r>
            <a:r>
              <a:rPr lang="en-US" dirty="0"/>
              <a:t>- Data collection from publicly available movie datasets.</a:t>
            </a:r>
          </a:p>
          <a:p>
            <a:pPr marL="342900" indent="-342900">
              <a:buAutoNum type="arabicPeriod"/>
            </a:pPr>
            <a:r>
              <a:rPr lang="en-US" b="1" dirty="0"/>
              <a:t>DATA PREPROCESSING </a:t>
            </a:r>
            <a:r>
              <a:rPr lang="en-US" dirty="0"/>
              <a:t>- Data preprocessing including cleaning, normalization, and transformation.</a:t>
            </a:r>
          </a:p>
          <a:p>
            <a:pPr marL="342900" indent="-342900">
              <a:buAutoNum type="arabicPeriod"/>
            </a:pPr>
            <a:r>
              <a:rPr lang="en-US" b="1" dirty="0"/>
              <a:t>GENERATION</a:t>
            </a:r>
            <a:r>
              <a:rPr lang="en-US" dirty="0"/>
              <a:t> - Generation of movie recommendations.</a:t>
            </a:r>
          </a:p>
          <a:p>
            <a:pPr marL="342900" indent="-342900">
              <a:buAutoNum type="arabicPeriod"/>
            </a:pPr>
            <a:r>
              <a:rPr lang="en-US" b="1" dirty="0"/>
              <a:t>PERFORMANCE EVALUATION </a:t>
            </a:r>
            <a:r>
              <a:rPr lang="en-US" dirty="0"/>
              <a:t>-  Evaluation of system performance.</a:t>
            </a:r>
            <a:endParaRPr lang="en-IN" dirty="0"/>
          </a:p>
        </p:txBody>
      </p:sp>
    </p:spTree>
    <p:extLst>
      <p:ext uri="{BB962C8B-B14F-4D97-AF65-F5344CB8AC3E}">
        <p14:creationId xmlns:p14="http://schemas.microsoft.com/office/powerpoint/2010/main" val="1452188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79D42D-DC9B-433F-951D-B1012E96F590}"/>
              </a:ext>
            </a:extLst>
          </p:cNvPr>
          <p:cNvSpPr txBox="1"/>
          <p:nvPr/>
        </p:nvSpPr>
        <p:spPr>
          <a:xfrm>
            <a:off x="1706880" y="503536"/>
            <a:ext cx="4270248" cy="461665"/>
          </a:xfrm>
          <a:prstGeom prst="rect">
            <a:avLst/>
          </a:prstGeom>
          <a:noFill/>
        </p:spPr>
        <p:txBody>
          <a:bodyPr wrap="square" rtlCol="0">
            <a:spAutoFit/>
          </a:bodyPr>
          <a:lstStyle/>
          <a:p>
            <a:r>
              <a:rPr lang="en-IN" sz="2400" b="1" dirty="0"/>
              <a:t>USER INTERFACE AND RESULT</a:t>
            </a:r>
          </a:p>
        </p:txBody>
      </p:sp>
      <p:pic>
        <p:nvPicPr>
          <p:cNvPr id="5" name="Picture 4">
            <a:extLst>
              <a:ext uri="{FF2B5EF4-FFF2-40B4-BE49-F238E27FC236}">
                <a16:creationId xmlns:a16="http://schemas.microsoft.com/office/drawing/2014/main" id="{86E10E0E-E8C9-2644-8A73-04E1301242FB}"/>
              </a:ext>
            </a:extLst>
          </p:cNvPr>
          <p:cNvPicPr>
            <a:picLocks noChangeAspect="1"/>
          </p:cNvPicPr>
          <p:nvPr/>
        </p:nvPicPr>
        <p:blipFill>
          <a:blip r:embed="rId2"/>
          <a:stretch>
            <a:fillRect/>
          </a:stretch>
        </p:blipFill>
        <p:spPr>
          <a:xfrm>
            <a:off x="1706880" y="1928946"/>
            <a:ext cx="8077200" cy="4541583"/>
          </a:xfrm>
          <a:prstGeom prst="rect">
            <a:avLst/>
          </a:prstGeom>
        </p:spPr>
      </p:pic>
    </p:spTree>
    <p:extLst>
      <p:ext uri="{BB962C8B-B14F-4D97-AF65-F5344CB8AC3E}">
        <p14:creationId xmlns:p14="http://schemas.microsoft.com/office/powerpoint/2010/main" val="2469589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E8AC7-AF17-49DA-8263-7A7D1C433B63}"/>
              </a:ext>
            </a:extLst>
          </p:cNvPr>
          <p:cNvSpPr txBox="1"/>
          <p:nvPr/>
        </p:nvSpPr>
        <p:spPr>
          <a:xfrm>
            <a:off x="5410200" y="628650"/>
            <a:ext cx="4857750" cy="1200329"/>
          </a:xfrm>
          <a:prstGeom prst="rect">
            <a:avLst/>
          </a:prstGeom>
          <a:noFill/>
        </p:spPr>
        <p:txBody>
          <a:bodyPr wrap="square" rtlCol="0">
            <a:spAutoFit/>
          </a:bodyPr>
          <a:lstStyle/>
          <a:p>
            <a:endParaRPr lang="en-US" sz="2400" b="1" dirty="0"/>
          </a:p>
          <a:p>
            <a:endParaRPr lang="en-US" sz="2400" b="1" dirty="0"/>
          </a:p>
          <a:p>
            <a:r>
              <a:rPr lang="en-US" sz="2400" b="1" dirty="0"/>
              <a:t>FUTURE SCOPE</a:t>
            </a:r>
            <a:endParaRPr lang="en-IN" sz="2400" b="1" dirty="0"/>
          </a:p>
        </p:txBody>
      </p:sp>
      <p:sp>
        <p:nvSpPr>
          <p:cNvPr id="3" name="TextBox 2">
            <a:extLst>
              <a:ext uri="{FF2B5EF4-FFF2-40B4-BE49-F238E27FC236}">
                <a16:creationId xmlns:a16="http://schemas.microsoft.com/office/drawing/2014/main" id="{115B765E-E555-04CE-C4EF-FC06BA60EB9D}"/>
              </a:ext>
            </a:extLst>
          </p:cNvPr>
          <p:cNvSpPr txBox="1"/>
          <p:nvPr/>
        </p:nvSpPr>
        <p:spPr>
          <a:xfrm>
            <a:off x="3914775" y="1600290"/>
            <a:ext cx="7715250" cy="2862322"/>
          </a:xfrm>
          <a:prstGeom prst="rect">
            <a:avLst/>
          </a:prstGeom>
          <a:noFill/>
        </p:spPr>
        <p:txBody>
          <a:bodyPr wrap="square" rtlCol="0">
            <a:spAutoFit/>
          </a:bodyPr>
          <a:lstStyle/>
          <a:p>
            <a:pPr algn="just"/>
            <a:r>
              <a:rPr lang="en-US" sz="2000" b="1" dirty="0"/>
              <a:t> </a:t>
            </a:r>
          </a:p>
          <a:p>
            <a:pPr algn="just"/>
            <a:endParaRPr lang="en-US" sz="2000" b="1" dirty="0"/>
          </a:p>
          <a:p>
            <a:pPr algn="just"/>
            <a:r>
              <a:rPr lang="en-US" sz="2000" b="1" dirty="0"/>
              <a:t>The system can be enhanced in the future by:</a:t>
            </a:r>
          </a:p>
          <a:p>
            <a:pPr algn="just"/>
            <a:r>
              <a:rPr lang="en-US" sz="2000" dirty="0"/>
              <a:t> 1. Implementing a hybrid recommendation system.</a:t>
            </a:r>
          </a:p>
          <a:p>
            <a:pPr algn="just"/>
            <a:r>
              <a:rPr lang="en-US" sz="2000" dirty="0"/>
              <a:t> 2. Incorporating deep learning algorithms.</a:t>
            </a:r>
          </a:p>
          <a:p>
            <a:pPr algn="just"/>
            <a:r>
              <a:rPr lang="en-US" sz="2000" dirty="0"/>
              <a:t> 3. Adding real-time user feedback and learning.</a:t>
            </a:r>
          </a:p>
          <a:p>
            <a:pPr algn="just"/>
            <a:r>
              <a:rPr lang="en-US" sz="2000" dirty="0"/>
              <a:t> 4. Deploying the system as a web or mobile application.</a:t>
            </a:r>
          </a:p>
          <a:p>
            <a:pPr algn="just"/>
            <a:r>
              <a:rPr lang="en-US" sz="2000" dirty="0"/>
              <a:t> 5. Integrating user reviews and sentiment analysis.</a:t>
            </a:r>
          </a:p>
          <a:p>
            <a:pPr algn="just"/>
            <a:r>
              <a:rPr lang="en-US" sz="2000" dirty="0"/>
              <a:t> 6. Supporting multi-language and regional content.</a:t>
            </a:r>
            <a:endParaRPr lang="en-IN" sz="2000" dirty="0"/>
          </a:p>
        </p:txBody>
      </p:sp>
    </p:spTree>
    <p:extLst>
      <p:ext uri="{BB962C8B-B14F-4D97-AF65-F5344CB8AC3E}">
        <p14:creationId xmlns:p14="http://schemas.microsoft.com/office/powerpoint/2010/main" val="3191339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6F2B5D-7FA9-4994-95E7-F888928D4AEE}"/>
              </a:ext>
            </a:extLst>
          </p:cNvPr>
          <p:cNvSpPr txBox="1"/>
          <p:nvPr/>
        </p:nvSpPr>
        <p:spPr>
          <a:xfrm>
            <a:off x="4086225" y="2762250"/>
            <a:ext cx="5114925" cy="923330"/>
          </a:xfrm>
          <a:prstGeom prst="rect">
            <a:avLst/>
          </a:prstGeom>
          <a:noFill/>
        </p:spPr>
        <p:txBody>
          <a:bodyPr wrap="square" rtlCol="0">
            <a:spAutoFit/>
          </a:bodyPr>
          <a:lstStyle/>
          <a:p>
            <a:r>
              <a:rPr lang="en-US" sz="5400" dirty="0">
                <a:latin typeface="Times New Roman" panose="02020603050405020304" pitchFamily="18" charset="0"/>
                <a:cs typeface="Times New Roman" panose="02020603050405020304" pitchFamily="18" charset="0"/>
              </a:rPr>
              <a:t>THANK YOU</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44120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109</TotalTime>
  <Words>477</Words>
  <Application>Microsoft Office PowerPoint</Application>
  <PresentationFormat>Widescreen</PresentationFormat>
  <Paragraphs>63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gurwinder singh</dc:creator>
  <cp:lastModifiedBy>gurwinder singh</cp:lastModifiedBy>
  <cp:revision>7</cp:revision>
  <dcterms:created xsi:type="dcterms:W3CDTF">2026-02-04T10:45:46Z</dcterms:created>
  <dcterms:modified xsi:type="dcterms:W3CDTF">2026-04-16T06:01:55Z</dcterms:modified>
</cp:coreProperties>
</file>